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SaaS + n8n Automation Business Prospectus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Investor-Ready Deck | Oklahoma Launch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Launch high-margin automation-as-a-service platform combining n8n workflow orchestration, local AI inference, and RAG systems.</a:t>
            </a:r>
          </a:p>
          <a:p>
            <a:pPr/>
            <a:r>
              <a:t>Target: Oklahoma SMBs with heavy paperwork and transaction volume.</a:t>
            </a:r>
          </a:p>
          <a:p>
            <a:pPr/>
            <a:r>
              <a:t>Seed Ask: $20,000 for 10x10 server room build-out and core infrastructure.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Differentiation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Local AI + n8n Hybrid Stack: faster, cheaper, complete data sovereignty.</a:t>
            </a:r>
          </a:p>
          <a:p>
            <a:pPr/>
            <a:r>
              <a:t>Done-For-You Build + Operate Model: we maintain and evolve client automations.</a:t>
            </a:r>
          </a:p>
          <a:p>
            <a:pPr/>
            <a:r>
              <a:t>Industry-Specific Templates: 4–6 prebuilt systems per vertical for quick wins.</a:t>
            </a:r>
          </a:p>
          <a:p>
            <a:pPr/>
            <a:r>
              <a:t>Integrated AI + RAG for contextual business decisions.</a:t>
            </a:r>
          </a:p>
          <a:p>
            <a:pPr/>
            <a:r>
              <a:t>Predictable Flat Pricing: no per-click fees, tied to ROI.</a:t>
            </a:r>
          </a:p>
          <a:p>
            <a:pPr/>
            <a:r>
              <a:t>Outbound-First Sales Engine: 100–150 targeted emails/day + partner channels.</a:t>
            </a:r>
          </a:p>
          <a:p>
            <a:pPr/>
            <a:r>
              <a:t>Scaling on Local Infrastructure: costs do not scale linearly with clients.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 of Funds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$5,000: Server room build (dual 9k BTU mini-splits, electrical, soundproofing)</a:t>
            </a:r>
          </a:p>
          <a:p>
            <a:pPr/>
            <a:r>
              <a:t>$8,000: Servers &amp; rack (GPU workstation 24GB VRAM, n8n server, UPS, networking)</a:t>
            </a:r>
          </a:p>
          <a:p>
            <a:pPr/>
            <a:r>
              <a:t>$2,000: Developer desk setup</a:t>
            </a:r>
          </a:p>
          <a:p>
            <a:pPr/>
            <a:r>
              <a:t>$1,000: Storage &amp; backup (2TB NVMe + 8TB HDD + cloud backup)</a:t>
            </a:r>
          </a:p>
          <a:p>
            <a:pPr/>
            <a:r>
              <a:t>$4,000: Launch reserve (cloud GPU, outbound automation, contingency)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Room Layout &amp; Cooling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10x10 space with dual 9k BTU mini-splits for cross-ventilation.</a:t>
            </a:r>
          </a:p>
          <a:p>
            <a:pPr/>
            <a:r>
              <a:t>Three racks along one wall, UPS/network shelf, developer desk opposite.</a:t>
            </a:r>
          </a:p>
          <a:p>
            <a:pPr/>
            <a:r>
              <a:t>Maintain 3ft clearance around GPU intakes.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First Systems to Ship (0-3 months)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Kylo Finance Intake: normalize CSV/email data -&gt; rules + AI -&gt; DB + summary.</a:t>
            </a:r>
          </a:p>
          <a:p>
            <a:pPr/>
            <a:r>
              <a:t>Ops Lead Automation: form -&gt; enrichment -&gt; CRM integration.</a:t>
            </a:r>
          </a:p>
          <a:p>
            <a:pPr/>
            <a:r>
              <a:t>File-to-Data Extractor: OCR PDFs/images -&gt; schema -&gt; CSV output.</a:t>
            </a:r>
          </a:p>
          <a:p>
            <a:pPr/>
            <a:r>
              <a:t>Outbound Engine: scrape/enrich -&gt; personalized email -&gt; booking system.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Conservative Revenue Benchmarks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ARPU: $500, churn: 3.5%/mo, sales cycle: 60 days, win rate: 25%.</a:t>
            </a:r>
          </a:p>
          <a:p>
            <a:pPr/>
            <a:r>
              <a:t>Q1: +15 net → 15 clients / $7.5k MRR</a:t>
            </a:r>
          </a:p>
          <a:p>
            <a:pPr/>
            <a:r>
              <a:t>Q2: +15 net → 30 clients / $15k MRR</a:t>
            </a:r>
          </a:p>
          <a:p>
            <a:pPr/>
            <a:r>
              <a:t>Q3: +15 net → 45 clients / $22.5k MRR</a:t>
            </a:r>
          </a:p>
          <a:p>
            <a:pPr/>
            <a:r>
              <a:t>Q4: +15 net → 60 clients / $30k MRR</a:t>
            </a:r>
          </a:p>
          <a:p>
            <a:pPr/>
            <a:r>
              <a:t>Year 2 Target: ≥100 clients, $50–55k MRR (~$600k ARR)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Competitor Landscape (Oklahoma)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WSI Summit – AI consulting, OKC</a:t>
            </a:r>
          </a:p>
          <a:p>
            <a:pPr/>
            <a:r>
              <a:t>Phase 2 – AI &amp; process automation, OKC</a:t>
            </a:r>
          </a:p>
          <a:p>
            <a:pPr/>
            <a:r>
              <a:t>MyShyft – MSP with automation emphasis, Tulsa</a:t>
            </a:r>
          </a:p>
          <a:p>
            <a:pPr/>
            <a:r>
              <a:t>Out of the Box Technology – QuickBooks automation, OKC</a:t>
            </a:r>
          </a:p>
          <a:p>
            <a:pPr/>
            <a:r>
              <a:t>Millennial Accounting, Upward Accounting, Boulanger CPA – workflow-heavy accounting</a:t>
            </a:r>
          </a:p>
          <a:p>
            <a:pPr/>
            <a:r>
              <a:t>Out-of-state: EvinceDev (n8n services), OneClick, UiPath partner network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Exit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Exit opens near $50k MRR (~$600k ARR) with 4–6x ARR valuation.</a:t>
            </a:r>
          </a:p>
          <a:p>
            <a:pPr/>
            <a:r>
              <a:t>Potential buyers: regional MSPs, AI consultancies, RPA firms.</a:t>
            </a:r>
          </a:p>
          <a:p>
            <a:pPr/>
            <a:r>
              <a:t>Alternative: grow to $1M ARR in ~3 years and explore strategic merger.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